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4214-0846-A0A2-409D-B057AD3F9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B52B1-2A05-A50D-4AD8-EC7130A1A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7B699-28F5-172F-CD8C-1456D178C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F6283-10C1-3EDE-DD52-77711F3EE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3BCF5-902C-A403-B1B0-E5364441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732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B0AF-71E5-C2E0-52C9-603725853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167D4-972B-93B7-4972-4DD7E2883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C8CA6-9803-9431-C223-37EE89AA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677E-B5A2-17A6-6E17-708CB907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5D5F2-1B05-8E77-B6D2-DA51CCC0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607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942F-9F58-9DD9-28BA-8C8DEE44D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D3BDB-93B6-57CD-E8F0-83713A685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A5330-C2CA-933C-DFDE-3EA46EB5C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95D72-6162-0EC9-C155-9104D00E8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53179-EB04-B259-DA7E-2489E77A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606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A80A-3378-2B57-5C1D-C8D7315B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55DF-A715-CF82-000A-C17C64CE7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04619-42C5-3FA2-8720-C9F828E90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28856-14FA-C45A-1794-8606160D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AA63A-CDC2-BDC2-FAC7-852EF222C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9D8B1-3319-D040-97E1-8C0FCE1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924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716A-F336-FB2A-DC9A-40B1C639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C7DD2-22A7-7466-2AA3-F2593CFF6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D0CF4-F085-6B3F-8A23-EB9B6B8E1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D16502-3B0D-F1C6-A9F5-27E9BBE7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C2693-FA36-EFB2-60A4-95AE3F575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AFFF4-BEFA-5008-D278-B2315467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2270BF-64FA-30E1-379E-1A12B163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76492-3049-B0C8-589D-39C62192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5293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A35A-10FE-3707-F2E9-5AA1ABAE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551DE-2529-874B-D54B-059DFE111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D57BA-B6ED-5E8B-9DC1-8A52F9CF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C80F2-AC23-C26D-7821-ED2EF21F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479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1F8B1-D1A5-E74B-BB43-78D39684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DDD08-E30C-33D0-0036-BB519F68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86CED-2FF5-F1FF-C698-5F57DFF6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080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F5CDB-9462-5508-6A3E-B525FFE9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0D67C-CF15-C973-9386-C3CDEF3D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5E05B-C8F3-B521-4A90-164839748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F18E3-CE86-65E5-3F8C-546C4F44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2529-F055-EE69-6DF3-3EE18A6E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AD393-0E96-FF04-CB3E-9957B8AC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429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F494-CE37-1962-88A3-552B09C54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A4962A-59AB-F800-316F-0552DDE00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8CC44-2314-163E-9B38-043AD593B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44888-9EEA-9405-DB7A-C4EADBB63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A2766-85ED-2ECF-90A4-43685F62A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D1220-BA96-F271-2AAE-1837F245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729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DC80-9D46-A359-7100-25BC225A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1CB7C-2A0D-68AE-B8C7-DA735AAD8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2CA9B-135E-8B7D-760B-4A7C01C9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6784A-66D7-FD0A-BF23-4666F0D6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004-B0A2-4528-7BBC-2421DECE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039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BCA3CC-5844-5537-719F-E59BCB4B4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84381-12A9-5D13-6989-C21736A28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B9CE8-D794-B9B2-5824-8A311ECCD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96E6B-109E-DCF3-8F30-AAF33B76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29E6A-9371-F903-FB07-63D6C120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295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D8497-E416-45E4-30E4-B20D79A1A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74F37-5F62-DB1D-08C4-8CDE0CA48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71389-317B-3AF1-467F-9073CE925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451E2-7C08-49F7-8BC9-FF5BAF269EF5}" type="datetimeFigureOut">
              <a:rPr lang="es-MX" smtClean="0"/>
              <a:t>04/07/2025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3C855-7219-00C2-3AD6-53A28B9B1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A5D1A-F18D-40CC-CD0C-9C5CB6174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A21A8-FB49-4BFC-8DB1-0CD9F069DEE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628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1A51D4-91E3-1FFD-BFC1-5DC76C5B76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86" y="0"/>
            <a:ext cx="10437628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5275E5-A345-8711-797E-36CB8616ABF9}"/>
              </a:ext>
            </a:extLst>
          </p:cNvPr>
          <p:cNvCxnSpPr/>
          <p:nvPr/>
        </p:nvCxnSpPr>
        <p:spPr>
          <a:xfrm>
            <a:off x="8953500" y="4064000"/>
            <a:ext cx="400050" cy="952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BF0F2CA-2955-6C64-7876-2A997318A894}"/>
              </a:ext>
            </a:extLst>
          </p:cNvPr>
          <p:cNvSpPr txBox="1"/>
          <p:nvPr/>
        </p:nvSpPr>
        <p:spPr>
          <a:xfrm>
            <a:off x="8953500" y="5067300"/>
            <a:ext cx="17171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00" dirty="0"/>
              <a:t>PNN Sierra Nevada de Santa Marta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9C240D-94BF-E842-A883-DF7FC5789789}"/>
              </a:ext>
            </a:extLst>
          </p:cNvPr>
          <p:cNvCxnSpPr>
            <a:cxnSpLocks/>
          </p:cNvCxnSpPr>
          <p:nvPr/>
        </p:nvCxnSpPr>
        <p:spPr>
          <a:xfrm>
            <a:off x="1993900" y="546100"/>
            <a:ext cx="844550" cy="450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615E63-712C-9FEB-83FD-BA104DCC271A}"/>
              </a:ext>
            </a:extLst>
          </p:cNvPr>
          <p:cNvSpPr txBox="1"/>
          <p:nvPr/>
        </p:nvSpPr>
        <p:spPr>
          <a:xfrm>
            <a:off x="1121313" y="330656"/>
            <a:ext cx="14959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00" dirty="0"/>
              <a:t>Vía Parque Isla de Salamanca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901806-E9D7-1E40-3E75-E7A299A3D95D}"/>
              </a:ext>
            </a:extLst>
          </p:cNvPr>
          <p:cNvCxnSpPr>
            <a:cxnSpLocks/>
          </p:cNvCxnSpPr>
          <p:nvPr/>
        </p:nvCxnSpPr>
        <p:spPr>
          <a:xfrm>
            <a:off x="1695450" y="2673350"/>
            <a:ext cx="1625600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D6A4FE2-E3F7-E90D-F044-EE7F0E543F72}"/>
              </a:ext>
            </a:extLst>
          </p:cNvPr>
          <p:cNvSpPr txBox="1"/>
          <p:nvPr/>
        </p:nvSpPr>
        <p:spPr>
          <a:xfrm>
            <a:off x="161428" y="2502356"/>
            <a:ext cx="15872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00" dirty="0"/>
              <a:t>Ciénaga Grande de Santa Marta</a:t>
            </a:r>
          </a:p>
        </p:txBody>
      </p:sp>
    </p:spTree>
    <p:extLst>
      <p:ext uri="{BB962C8B-B14F-4D97-AF65-F5344CB8AC3E}">
        <p14:creationId xmlns:p14="http://schemas.microsoft.com/office/powerpoint/2010/main" val="379691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Editor_Humboldt</dc:creator>
  <cp:lastModifiedBy>Editor_Humboldt</cp:lastModifiedBy>
  <cp:revision>1</cp:revision>
  <dcterms:created xsi:type="dcterms:W3CDTF">2025-07-04T12:41:59Z</dcterms:created>
  <dcterms:modified xsi:type="dcterms:W3CDTF">2025-07-04T12:50:47Z</dcterms:modified>
</cp:coreProperties>
</file>