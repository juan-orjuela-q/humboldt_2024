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00" d="100"/>
          <a:sy n="100" d="100"/>
        </p:scale>
        <p:origin x="120" y="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7EB73-35F9-381E-5456-CBFFD244B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C34E3D-AC36-6187-3FC7-708F333A5C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4DD21-8C1C-4BFA-D424-FEFE09DAD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DBA8-7CDC-45E8-AC70-AD642DF72631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9995C-D2F3-9A90-23CE-80D80EED3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24CFB-0D54-CBCC-C11C-52E7868B2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8411-3D54-421B-9ECE-CF1A4314A48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05753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53B63-FDAA-4EAB-FC79-25D02A63D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C12B2-FCB9-9F23-4B72-1B69FA17A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44475-B13E-2BF8-20DB-44BF36D7D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DBA8-7CDC-45E8-AC70-AD642DF72631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52F66-168F-C4A4-8D17-EEBF325CC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F4417-4E27-EBC6-29DF-95DD2C9EE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8411-3D54-421B-9ECE-CF1A4314A48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3633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53566-8C36-206B-BCD9-1A800BC6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D3BEA-FC43-E9D9-AECE-3D10B61CC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3A462-EB62-BA01-C5BD-2892F6BC3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DBA8-7CDC-45E8-AC70-AD642DF72631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EBD9D-836E-4B3B-D7B9-0B4D5E5FB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64750-FBEE-59BE-BD03-F509D7652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8411-3D54-421B-9ECE-CF1A4314A48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2682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EC25D-FA90-0122-A5C1-A208C1B43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2F2FE-E8EF-80BA-56A8-24CAE19F74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35F7FF-30C0-9919-8FC0-0D698E1E8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AA219-F0FF-88BA-C4BA-2F7EABE03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DBA8-7CDC-45E8-AC70-AD642DF72631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55847-53FD-DA62-AA5A-25424248F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7C259-C19A-20A9-1015-E3BF66D0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8411-3D54-421B-9ECE-CF1A4314A48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1570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3DE62-59BC-8677-297D-3F1709DB5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429D0-3F64-5A12-37FA-DD1BBAA59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24FD8A-F5C1-7AB5-0D5A-DE770FD02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38CA30-7638-3B94-EF46-E9F817B8CD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CBA37-F296-5BEE-EDD6-AE57D94F5D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BF3A4D-C5C7-93EB-932A-E18204B6A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DBA8-7CDC-45E8-AC70-AD642DF72631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84A1FF-9E57-6CB0-DB59-872AAF405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0BCF01-C61E-BBB8-4A70-9461BC13C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8411-3D54-421B-9ECE-CF1A4314A48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93958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87E7B-BF8F-D608-3AD4-71AD64AB5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450337-6FDF-2631-4CF4-7D47C4B0D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DBA8-7CDC-45E8-AC70-AD642DF72631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DC5B98-8370-E730-0388-759CD9A2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E4A4ED-0281-4380-1BDD-B63A591BD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8411-3D54-421B-9ECE-CF1A4314A48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347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6578B0-278E-5594-D60F-DB36B8228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DBA8-7CDC-45E8-AC70-AD642DF72631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F05545-8922-2252-6C3C-922551D61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95739-5E41-62F6-8C5C-501383742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8411-3D54-421B-9ECE-CF1A4314A48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96747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CBDB0-67CE-8A73-8D8B-CBCE4BC74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51100-08C1-E6CC-0A30-1EE4DD3D0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444CC-C883-9A97-9F05-A691B77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FBFD5-0629-0590-5BF8-596C09D40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DBA8-7CDC-45E8-AC70-AD642DF72631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92DDE-0ABD-F3BC-62E9-893429E6A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2F003-4395-0266-330B-6A55BBB45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8411-3D54-421B-9ECE-CF1A4314A48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01499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96990-6EF6-341E-CF38-EBF84EDA3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823D4-64D1-A265-095D-45C26DD823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2509C0-C9B0-5083-0449-ACB9FE0FC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6C1AF-D175-E12C-5E02-ED5129083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DBA8-7CDC-45E8-AC70-AD642DF72631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9A623-2253-EEE2-3095-985E4A538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39EA0-48AC-6EB6-06CE-91149EE6D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8411-3D54-421B-9ECE-CF1A4314A48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7507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9AE5C-EB07-8B27-51BC-57F7B81E0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25E720-1E2C-2FF0-A363-B8D7DB96D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6ADDD-80EC-5047-A1F1-D291DD619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DBA8-7CDC-45E8-AC70-AD642DF72631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21E36-4038-86F9-7AFB-58E5CFE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C566D-2B23-0581-A6EF-46AA30D0C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8411-3D54-421B-9ECE-CF1A4314A48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5826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E9DABB-9028-B7AC-DCE3-4A0CE32B49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74A538-21D8-B685-7C9A-C655128818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CC808-4A7A-0949-0C0F-42B5284B7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DBA8-7CDC-45E8-AC70-AD642DF72631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E8B72-7574-E5E8-87F7-3E8E0C305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F1C84-A6C0-65A6-F36D-731C75F9B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8411-3D54-421B-9ECE-CF1A4314A48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6355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7F9B88-5644-3CAA-5F9F-6CBEA1102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8C297-6048-E7B2-51E4-72CA92E40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5AB70-C7BD-3515-268C-5547E0CB26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22DBA8-7CDC-45E8-AC70-AD642DF72631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C4C9A-B3E2-1CB0-88DD-36B1919BEA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2F5B4-AA11-8DAC-D6D1-317890516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388411-3D54-421B-9ECE-CF1A4314A48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1420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B86B078B-3964-06FC-9D69-B1481D162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196" y="0"/>
            <a:ext cx="7050608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DCDCAB-B142-6319-D59A-A345A4A625AA}"/>
              </a:ext>
            </a:extLst>
          </p:cNvPr>
          <p:cNvSpPr txBox="1"/>
          <p:nvPr/>
        </p:nvSpPr>
        <p:spPr>
          <a:xfrm>
            <a:off x="7889888" y="976469"/>
            <a:ext cx="7489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solidFill>
                  <a:schemeClr val="bg1"/>
                </a:solidFill>
              </a:rPr>
              <a:t>La Guajira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949FA1-C6C8-E187-7066-39E965552393}"/>
              </a:ext>
            </a:extLst>
          </p:cNvPr>
          <p:cNvSpPr txBox="1"/>
          <p:nvPr/>
        </p:nvSpPr>
        <p:spPr>
          <a:xfrm>
            <a:off x="7530911" y="3637775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solidFill>
                  <a:schemeClr val="bg1"/>
                </a:solidFill>
              </a:rPr>
              <a:t>Norte de</a:t>
            </a:r>
          </a:p>
          <a:p>
            <a:r>
              <a:rPr lang="es-MX" sz="1000" dirty="0">
                <a:solidFill>
                  <a:schemeClr val="bg1"/>
                </a:solidFill>
              </a:rPr>
              <a:t>Santander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C0FBC2-F0C2-C7AC-1132-F629C7627087}"/>
              </a:ext>
            </a:extLst>
          </p:cNvPr>
          <p:cNvSpPr txBox="1"/>
          <p:nvPr/>
        </p:nvSpPr>
        <p:spPr>
          <a:xfrm>
            <a:off x="6415217" y="848439"/>
            <a:ext cx="7986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/>
              <a:t>Magdalena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C4162F-54A3-47AC-11AF-DF92D591EEDC}"/>
              </a:ext>
            </a:extLst>
          </p:cNvPr>
          <p:cNvSpPr txBox="1"/>
          <p:nvPr/>
        </p:nvSpPr>
        <p:spPr>
          <a:xfrm>
            <a:off x="5484974" y="1217770"/>
            <a:ext cx="6848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/>
              <a:t>Atlántico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E9166B-D8FA-5277-6A35-88D941BC7DF2}"/>
              </a:ext>
            </a:extLst>
          </p:cNvPr>
          <p:cNvSpPr txBox="1"/>
          <p:nvPr/>
        </p:nvSpPr>
        <p:spPr>
          <a:xfrm>
            <a:off x="5035206" y="1692632"/>
            <a:ext cx="5661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/>
              <a:t>Bolívar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C49A58-2318-C671-D203-B9DB5C5B8D35}"/>
              </a:ext>
            </a:extLst>
          </p:cNvPr>
          <p:cNvSpPr txBox="1"/>
          <p:nvPr/>
        </p:nvSpPr>
        <p:spPr>
          <a:xfrm>
            <a:off x="4896351" y="2435939"/>
            <a:ext cx="5068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/>
              <a:t>Sucre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A23489-A05F-B87A-1CDE-F5702A49E081}"/>
              </a:ext>
            </a:extLst>
          </p:cNvPr>
          <p:cNvSpPr txBox="1"/>
          <p:nvPr/>
        </p:nvSpPr>
        <p:spPr>
          <a:xfrm>
            <a:off x="4814598" y="3230919"/>
            <a:ext cx="6703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solidFill>
                  <a:schemeClr val="bg1"/>
                </a:solidFill>
              </a:rPr>
              <a:t>Córdoba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7F05A7-FF13-7134-C127-DDA28162CFCD}"/>
              </a:ext>
            </a:extLst>
          </p:cNvPr>
          <p:cNvSpPr txBox="1"/>
          <p:nvPr/>
        </p:nvSpPr>
        <p:spPr>
          <a:xfrm>
            <a:off x="4402987" y="5118099"/>
            <a:ext cx="7168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solidFill>
                  <a:schemeClr val="bg1"/>
                </a:solidFill>
              </a:rPr>
              <a:t>Antioquia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7F4CC0-9852-5CE6-C086-D8E3DF488A5D}"/>
              </a:ext>
            </a:extLst>
          </p:cNvPr>
          <p:cNvSpPr txBox="1"/>
          <p:nvPr/>
        </p:nvSpPr>
        <p:spPr>
          <a:xfrm>
            <a:off x="3732617" y="4695308"/>
            <a:ext cx="5517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solidFill>
                  <a:schemeClr val="bg1"/>
                </a:solidFill>
              </a:rPr>
              <a:t>Chocó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20096A7-9A51-30F0-5C0F-9AB2C6FF9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891" y="161722"/>
            <a:ext cx="1184859" cy="186587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1318021-BDF3-A75E-8CC0-1E5741EDAB38}"/>
              </a:ext>
            </a:extLst>
          </p:cNvPr>
          <p:cNvSpPr txBox="1"/>
          <p:nvPr/>
        </p:nvSpPr>
        <p:spPr>
          <a:xfrm>
            <a:off x="2292658" y="509884"/>
            <a:ext cx="1117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dirty="0"/>
              <a:t>Archipiélago de San Andrés, Providencia y Santa Catalina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8D57345-072F-E76F-6EAD-464FABBC8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934" y="669210"/>
            <a:ext cx="539447" cy="537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613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21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Editor_Humboldt</dc:creator>
  <cp:lastModifiedBy>Editor_Humboldt</cp:lastModifiedBy>
  <cp:revision>4</cp:revision>
  <dcterms:created xsi:type="dcterms:W3CDTF">2025-06-20T10:23:58Z</dcterms:created>
  <dcterms:modified xsi:type="dcterms:W3CDTF">2025-06-20T12:58:42Z</dcterms:modified>
</cp:coreProperties>
</file>