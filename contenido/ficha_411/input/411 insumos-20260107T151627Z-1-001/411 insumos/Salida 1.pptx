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A026-6664-A901-48F2-2FD11C717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60B99-7C65-C7AC-7973-EA1575DE7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2A21A-FD17-FDA8-6482-189DC2D7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5A97-7E34-A7EB-BFD4-8457CBD6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0FE93-A406-E314-C340-9C34F97C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234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D68FF-DC80-3A7D-E589-4AE8E9A4A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9ECB3-D072-7BFF-A602-4D1C04C3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1A0B6-5349-882B-CC7D-3D450C78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20D28-2D2C-62D2-A29E-326F0843F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705FA-E2DE-8B65-0615-FE6A87D31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845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D32C-04CC-FF8A-8818-072067A3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2EE4E-3988-4955-A893-C3BC1E32C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7061F-F883-4848-9E95-38CB0A40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D9349-494A-CB71-610A-039BC5E0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ABE7A-F185-34E9-8AF4-F519F12E4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557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7D75-60EA-CCF2-725F-9D8B51676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0A364-4393-B14D-15D2-D46871667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15A7-0093-F52E-3B03-B7E2E258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6E27E-9564-F3AE-C2EA-709201CE7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73717-ED43-9CAD-CFFA-DD32EAA3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AE703-A652-21B2-2D4A-297A228B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6942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E551-ECD1-1E89-E01D-3F0ADD5B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3967F-52E2-6F1B-E3FE-71AD2A348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CA0F2-9970-0001-50BE-1D15F9A28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94770-315C-B93D-078E-BED3ACE1C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9BB922-CB7C-6E5E-59E6-4B4CB2013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CB061-9F75-2370-760E-338C7429E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7D13F0-10D7-D3FE-452B-6680109E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5D09C-D31A-AA64-B131-1BC91A4B5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604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78950-E0EB-1C9B-1477-5264A08E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3FEF5-51AE-675C-0E22-8E52F8FBF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3CDD0-5AFA-0B72-1972-54A04F87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A016A2-678B-73EB-C175-853D4A1C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496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5B8ED-3BCE-C25A-F72F-65BF1A94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C817D-78E1-99EB-2C72-6785E8C9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B0ABA-DBFE-4FF0-CF50-BA23430F2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136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FD91-5D9A-97F4-AA37-460A2C7E2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C94B6-54BF-892D-1686-265313619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22937-CED9-CCBB-525B-8B526A7E9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A0F98-72EF-67FB-87FB-0AF2FDD6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C7C33-1478-7F7B-CE55-61DC56C6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2A3AC-8B13-2258-A7F7-830B4681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90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23771-311C-E034-D0FF-9AA143CB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788AC-7581-3A07-20F2-8507AAF97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45977-8BD6-F113-DAAF-0806996CC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BF28-DAC8-C6C5-BBEE-4F2288877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DEC6E-8C59-426F-462B-C15D86BCB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DAF9D-92C3-C409-4C7B-423FFEE7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373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BD671-5902-AE07-322C-66873C1B7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66774-B64F-A57C-A5F2-E834A0C46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7A69E-793D-4E40-1EE7-98C223FD1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E2E9F-38A1-1089-75EA-BBE386D4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31C12-1C2E-BCC0-6362-4EFD57A0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985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7D1823-C3E6-02F5-1515-E85A504BF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1DD80-EFB3-6C9A-D216-6B6B8D28C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F776F-AF98-191D-ACBA-8601FF00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63BA8-E42A-450D-EA5A-C8118861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08445-D362-7F1B-6E3F-BCA3F35F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2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AB016B-B5E0-9E37-4161-23D08827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2C713-EDA3-C97A-94FD-540358972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3150E-5224-DD29-E8AB-AB84344CA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32EE5D-76C9-44BE-8BBA-BC1932A01D60}" type="datetimeFigureOut">
              <a:rPr lang="es-MX" smtClean="0"/>
              <a:t>20/06/2025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3EF5-289C-1C4E-208E-AF1725187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2FA2F-C32D-DB6B-8C92-A005A0DEF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AAE81-8660-4334-91F7-F42ECC5AFDE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1615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47CDE4-3E8D-96BE-AF80-32782A1AC1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161" y="0"/>
            <a:ext cx="7369677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6CF1AFC-4434-AA30-BC5F-2AC849994DB3}"/>
              </a:ext>
            </a:extLst>
          </p:cNvPr>
          <p:cNvSpPr/>
          <p:nvPr/>
        </p:nvSpPr>
        <p:spPr>
          <a:xfrm>
            <a:off x="5111750" y="1060450"/>
            <a:ext cx="1206500" cy="1187450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070E7-AF5F-D82C-2815-674994745752}"/>
              </a:ext>
            </a:extLst>
          </p:cNvPr>
          <p:cNvSpPr txBox="1"/>
          <p:nvPr/>
        </p:nvSpPr>
        <p:spPr>
          <a:xfrm>
            <a:off x="1592444" y="5725648"/>
            <a:ext cx="1754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 err="1"/>
              <a:t>Zonobioma</a:t>
            </a:r>
            <a:r>
              <a:rPr lang="es-ES" sz="1000" dirty="0"/>
              <a:t> húmedo tropical</a:t>
            </a:r>
          </a:p>
          <a:p>
            <a:r>
              <a:rPr lang="es-ES" sz="1000" dirty="0"/>
              <a:t>San Juan</a:t>
            </a:r>
            <a:endParaRPr lang="es-MX" sz="10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0472CF-E4C2-C613-DA02-11F7420F2EB7}"/>
              </a:ext>
            </a:extLst>
          </p:cNvPr>
          <p:cNvSpPr/>
          <p:nvPr/>
        </p:nvSpPr>
        <p:spPr>
          <a:xfrm>
            <a:off x="2997200" y="3429000"/>
            <a:ext cx="1695450" cy="1668680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D0F28-5733-A1C0-A46A-679A0C13E9DA}"/>
              </a:ext>
            </a:extLst>
          </p:cNvPr>
          <p:cNvSpPr txBox="1"/>
          <p:nvPr/>
        </p:nvSpPr>
        <p:spPr>
          <a:xfrm>
            <a:off x="4692650" y="576014"/>
            <a:ext cx="2066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0" dirty="0" err="1"/>
              <a:t>Zonobioma</a:t>
            </a:r>
            <a:r>
              <a:rPr lang="es-MX" sz="1000" dirty="0"/>
              <a:t> </a:t>
            </a:r>
            <a:r>
              <a:rPr lang="es-MX" sz="1000" dirty="0" err="1"/>
              <a:t>alternohígrico</a:t>
            </a:r>
            <a:r>
              <a:rPr lang="es-MX" sz="1000" dirty="0"/>
              <a:t> tropical Cartagena y delta del Magdalena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B981CB-2120-E2F1-F6F7-54A5B808D428}"/>
              </a:ext>
            </a:extLst>
          </p:cNvPr>
          <p:cNvSpPr/>
          <p:nvPr/>
        </p:nvSpPr>
        <p:spPr>
          <a:xfrm>
            <a:off x="3346450" y="5034726"/>
            <a:ext cx="1816100" cy="1787425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DA617-C4C4-7853-7BD1-744FB42F298F}"/>
              </a:ext>
            </a:extLst>
          </p:cNvPr>
          <p:cNvSpPr txBox="1"/>
          <p:nvPr/>
        </p:nvSpPr>
        <p:spPr>
          <a:xfrm>
            <a:off x="1650297" y="3310255"/>
            <a:ext cx="1754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000" dirty="0" err="1"/>
              <a:t>Zonobioma</a:t>
            </a:r>
            <a:r>
              <a:rPr lang="es-MX" sz="1000" dirty="0"/>
              <a:t> húmedo tropical</a:t>
            </a:r>
          </a:p>
          <a:p>
            <a:r>
              <a:rPr lang="es-MX" sz="1000" dirty="0"/>
              <a:t>Darién-</a:t>
            </a:r>
            <a:r>
              <a:rPr lang="es-MX" sz="1000" dirty="0" err="1"/>
              <a:t>Tacarcuna</a:t>
            </a:r>
            <a:endParaRPr lang="es-MX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6FCBCC-2FC6-A2FB-44B7-08839D34B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9447" y="536991"/>
            <a:ext cx="1431195" cy="16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9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Editor_Humboldt</dc:creator>
  <cp:lastModifiedBy>Editor_Humboldt</cp:lastModifiedBy>
  <cp:revision>2</cp:revision>
  <dcterms:created xsi:type="dcterms:W3CDTF">2025-06-19T17:04:32Z</dcterms:created>
  <dcterms:modified xsi:type="dcterms:W3CDTF">2025-06-20T11:01:42Z</dcterms:modified>
</cp:coreProperties>
</file>