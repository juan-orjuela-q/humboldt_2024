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32E44-5E1E-21CA-C458-C7AAE71815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B71F45-279C-A504-896F-40CB43F6F9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061D5-AA9C-5F2A-B95B-BCBA71BDB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A61E2-9632-4368-BCFB-2D03CC87449B}" type="datetimeFigureOut">
              <a:rPr lang="es-MX" smtClean="0"/>
              <a:t>26/06/2025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0E2BF-100D-E196-54D1-93888AA47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E1CD30-5B80-22DC-1B91-415DD133D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A697E-FD8B-4000-A69C-0376B90655FB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66097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02B5C-DA9F-6367-F9EB-38AA13CA2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D6A6E-FB18-8A16-8011-D3885F796B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5EDB78-048B-0AB0-63F2-88DE523BA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A61E2-9632-4368-BCFB-2D03CC87449B}" type="datetimeFigureOut">
              <a:rPr lang="es-MX" smtClean="0"/>
              <a:t>26/06/2025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9C37DB-5CF5-7F88-93C9-A4E1C4107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58C3A8-F5F5-3CBB-74AA-BF415B137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A697E-FD8B-4000-A69C-0376B90655FB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69714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43503-9524-8B0E-38FF-FF28E837B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D32A71-085B-7C7F-4274-C2E924FA1D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C08AC-D04D-D309-5C69-1147DDB98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A61E2-9632-4368-BCFB-2D03CC87449B}" type="datetimeFigureOut">
              <a:rPr lang="es-MX" smtClean="0"/>
              <a:t>26/06/2025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8D5CC2-EB2A-5682-AE8F-7247B1E08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9BC84B-9FDC-DCA6-126C-954C5AE7F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A697E-FD8B-4000-A69C-0376B90655FB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50676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72B74-96E9-6C9F-8A34-64486C1D6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1B6B6-DC6D-777B-EAC6-F3F94DD856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3BB340-9FDD-8BAF-9AF5-79B7FAB7E2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7C9828-FE4B-7C41-F10B-D08E28BC0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A61E2-9632-4368-BCFB-2D03CC87449B}" type="datetimeFigureOut">
              <a:rPr lang="es-MX" smtClean="0"/>
              <a:t>26/06/2025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284C85-6EEE-00A1-DE1F-7631B8B86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C10D47-32C0-9D4A-41F0-FA39E0C9B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A697E-FD8B-4000-A69C-0376B90655FB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35550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8353A-2B03-31B1-295D-6C2979903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2AD5E5-0F21-17B5-ED0D-0A75C68459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29CBF3-6707-4C06-C8D2-5FDD9A95B2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DB6002-FB01-AD99-29DB-A7AB0822F9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98C753-AE79-A5E2-2AFC-4623FBE4BE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2C1AB5-17D8-393A-B1DB-8F2D51782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A61E2-9632-4368-BCFB-2D03CC87449B}" type="datetimeFigureOut">
              <a:rPr lang="es-MX" smtClean="0"/>
              <a:t>26/06/2025</a:t>
            </a:fld>
            <a:endParaRPr lang="es-MX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1CA2DA-AF94-7EDE-9493-C4C2454D2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8B7BDC-534E-6497-5F0A-85F9DB4A4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A697E-FD8B-4000-A69C-0376B90655FB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49406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EF25B-F9E1-C42B-73C0-624048E30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133DAE-3F73-2188-EE03-BDA2D4E7A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A61E2-9632-4368-BCFB-2D03CC87449B}" type="datetimeFigureOut">
              <a:rPr lang="es-MX" smtClean="0"/>
              <a:t>26/06/2025</a:t>
            </a:fld>
            <a:endParaRPr lang="es-MX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BAE1CD-802C-9F3A-B6C7-5D46890C8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A73C2B-364D-F64C-4841-2BED9E3D2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A697E-FD8B-4000-A69C-0376B90655FB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15789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176341-5A0D-8772-740E-10ABAEE76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A61E2-9632-4368-BCFB-2D03CC87449B}" type="datetimeFigureOut">
              <a:rPr lang="es-MX" smtClean="0"/>
              <a:t>26/06/2025</a:t>
            </a:fld>
            <a:endParaRPr lang="es-MX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7DA524-5302-565B-89E5-EB8615CC5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6AD837-06E1-31F9-F4C1-A6454395D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A697E-FD8B-4000-A69C-0376B90655FB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75323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B2663-1596-7350-2B07-4F9CBFAE3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7E338-8311-DB36-9C1D-02F7ACFBCD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96CDBE-B521-51EF-A015-1C77D243F9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CE80E2-115D-9DAB-E635-CFC307103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A61E2-9632-4368-BCFB-2D03CC87449B}" type="datetimeFigureOut">
              <a:rPr lang="es-MX" smtClean="0"/>
              <a:t>26/06/2025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D94330-6B8C-8B7B-F792-CD2258A04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369394-0341-210F-E5A0-ED5898A78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A697E-FD8B-4000-A69C-0376B90655FB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43252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8E407-E368-1719-B5FC-F708CDF12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31A709-38CC-F2BF-EA1A-DDD377E2F2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92F83C-204E-7FEC-D047-163376626C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7936DD-5B35-8399-8CA2-A4B69CB89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A61E2-9632-4368-BCFB-2D03CC87449B}" type="datetimeFigureOut">
              <a:rPr lang="es-MX" smtClean="0"/>
              <a:t>26/06/2025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2F3ED3-F393-D3FB-62D9-ACEE7FA05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8E87CA-012E-5E1E-E678-0BBC8A07E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A697E-FD8B-4000-A69C-0376B90655FB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87536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DFBC8-81EF-9E7E-2E2A-C7565431D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66937F-E035-64EF-CC2F-8E68E7377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BC08B6-95A9-4C89-5153-33A90DECA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A61E2-9632-4368-BCFB-2D03CC87449B}" type="datetimeFigureOut">
              <a:rPr lang="es-MX" smtClean="0"/>
              <a:t>26/06/2025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39D4A6-3AAD-738C-710B-DDD7743B1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A2E204-881E-0199-1D70-7E972816F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A697E-FD8B-4000-A69C-0376B90655FB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31528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091AD1-235C-5785-5C78-3EE195A278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FA0DB1-8CB4-B67E-0AD8-671103F6E7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55059-EB24-A9C8-B57F-84B2CA914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A61E2-9632-4368-BCFB-2D03CC87449B}" type="datetimeFigureOut">
              <a:rPr lang="es-MX" smtClean="0"/>
              <a:t>26/06/2025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EB25D5-23D7-3A40-484B-F32E970DA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EA04CC-550C-1781-8F8C-43C43ABBC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A697E-FD8B-4000-A69C-0376B90655FB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87523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204B48-ADBE-0F48-E0BC-B24038E59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C93BBB-8D72-2EDE-6E49-EF89B472A7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ACDA1-1E40-DAFB-EAC1-566AEEF98A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5A61E2-9632-4368-BCFB-2D03CC87449B}" type="datetimeFigureOut">
              <a:rPr lang="es-MX" smtClean="0"/>
              <a:t>26/06/2025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B83EDF-1ED8-F1FB-5B2E-8FC7F3904D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215EFC-F131-92E7-DA31-DCE172F1E9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DA697E-FD8B-4000-A69C-0376B90655FB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85776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59AFD82-A3E4-5D2B-E8C2-3D8F1D7F88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421" y="2457450"/>
            <a:ext cx="2723904" cy="169467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EDFE1638-1FF2-9593-3459-D9E765CAD33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2800" y="704851"/>
            <a:ext cx="3778250" cy="5708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8D5911B6-6202-5E6B-8B4D-F3535457AA7A}"/>
              </a:ext>
            </a:extLst>
          </p:cNvPr>
          <p:cNvSpPr/>
          <p:nvPr/>
        </p:nvSpPr>
        <p:spPr>
          <a:xfrm>
            <a:off x="5149850" y="4794250"/>
            <a:ext cx="584200" cy="571500"/>
          </a:xfrm>
          <a:prstGeom prst="ellipse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2BD4B9-13E2-D5D5-34C1-23B614752F85}"/>
              </a:ext>
            </a:extLst>
          </p:cNvPr>
          <p:cNvSpPr/>
          <p:nvPr/>
        </p:nvSpPr>
        <p:spPr>
          <a:xfrm>
            <a:off x="1574798" y="1838762"/>
            <a:ext cx="2997201" cy="2932045"/>
          </a:xfrm>
          <a:prstGeom prst="ellipse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658C598-715C-E39D-F13F-F633C699C8F6}"/>
              </a:ext>
            </a:extLst>
          </p:cNvPr>
          <p:cNvCxnSpPr>
            <a:endCxn id="4" idx="1"/>
          </p:cNvCxnSpPr>
          <p:nvPr/>
        </p:nvCxnSpPr>
        <p:spPr>
          <a:xfrm>
            <a:off x="4318000" y="4152120"/>
            <a:ext cx="917404" cy="7258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78681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Editor_Humboldt</dc:creator>
  <cp:lastModifiedBy>Editor_Humboldt</cp:lastModifiedBy>
  <cp:revision>1</cp:revision>
  <dcterms:created xsi:type="dcterms:W3CDTF">2025-06-26T18:43:15Z</dcterms:created>
  <dcterms:modified xsi:type="dcterms:W3CDTF">2025-06-26T18:47:58Z</dcterms:modified>
</cp:coreProperties>
</file>