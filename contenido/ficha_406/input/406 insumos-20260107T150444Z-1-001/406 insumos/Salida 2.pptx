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SisphyAnvXkAQnoHdqRHT/QnW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7913" y="96838"/>
            <a:ext cx="4256087" cy="655302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6628318" y="3335249"/>
            <a:ext cx="1379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Serranía del Perijá</a:t>
            </a:r>
            <a:endParaRPr/>
          </a:p>
        </p:txBody>
      </p:sp>
      <p:cxnSp>
        <p:nvCxnSpPr>
          <p:cNvPr id="86" name="Google Shape;86;p1"/>
          <p:cNvCxnSpPr/>
          <p:nvPr/>
        </p:nvCxnSpPr>
        <p:spPr>
          <a:xfrm>
            <a:off x="6451600" y="3429000"/>
            <a:ext cx="215900" cy="444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"/>
          <p:cNvSpPr txBox="1"/>
          <p:nvPr/>
        </p:nvSpPr>
        <p:spPr>
          <a:xfrm>
            <a:off x="7058550" y="551903"/>
            <a:ext cx="2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Cuenca baja del río Ranchería</a:t>
            </a:r>
            <a:endParaRPr/>
          </a:p>
        </p:txBody>
      </p:sp>
      <p:cxnSp>
        <p:nvCxnSpPr>
          <p:cNvPr id="88" name="Google Shape;88;p1"/>
          <p:cNvCxnSpPr/>
          <p:nvPr/>
        </p:nvCxnSpPr>
        <p:spPr>
          <a:xfrm flipH="1" rot="10800000">
            <a:off x="6782330" y="746344"/>
            <a:ext cx="336020" cy="25818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>
            <a:off x="4070350" y="2609850"/>
            <a:ext cx="165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3125247" y="2286684"/>
            <a:ext cx="9853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Sierra Nevada de Santa Marta</a:t>
            </a:r>
            <a:endParaRPr/>
          </a:p>
        </p:txBody>
      </p:sp>
      <p:cxnSp>
        <p:nvCxnSpPr>
          <p:cNvPr id="91" name="Google Shape;91;p1"/>
          <p:cNvCxnSpPr/>
          <p:nvPr/>
        </p:nvCxnSpPr>
        <p:spPr>
          <a:xfrm flipH="1" rot="10800000">
            <a:off x="7115705" y="1457862"/>
            <a:ext cx="336020" cy="25818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"/>
          <p:cNvSpPr txBox="1"/>
          <p:nvPr/>
        </p:nvSpPr>
        <p:spPr>
          <a:xfrm>
            <a:off x="7451725" y="1282231"/>
            <a:ext cx="11138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Cerro Chibolo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4749548" y="3322549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8147571" y="2655799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8253397" y="2568100"/>
            <a:ext cx="23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 Juan del Cesar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8253398" y="2247250"/>
            <a:ext cx="144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Municipios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432842" y="4275049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147570" y="2888948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8253404" y="2801248"/>
            <a:ext cx="9029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Valledupar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8147570" y="3134494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8253400" y="3058250"/>
            <a:ext cx="154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Jagua del Pilar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4802464" y="4626744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5295130" y="4575944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8147569" y="3360693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8249012" y="3292346"/>
            <a:ext cx="7259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Urumita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5167052" y="4213048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8147569" y="3620818"/>
            <a:ext cx="105833" cy="1016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248996" y="3533125"/>
            <a:ext cx="119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Villanueva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2025-06-26T18:05:41Z</dcterms:created>
  <dc:creator>Editor_Humboldt</dc:creator>
</cp:coreProperties>
</file>