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DbkTfWBfzpEL9EGFiS8F5qqL4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085966" y="289699"/>
            <a:ext cx="2350498" cy="6324461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668765" y="289699"/>
            <a:ext cx="2350500" cy="63246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2023173" y="289699"/>
            <a:ext cx="2578286" cy="6324461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983540" y="15785"/>
            <a:ext cx="6575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Corto plazo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2024-2025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537256" y="-7637"/>
            <a:ext cx="7777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Mediano plazo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2026-2027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952968" y="9335"/>
            <a:ext cx="6527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Largo plazo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2028-2030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2043850" y="5765130"/>
            <a:ext cx="2644989" cy="44267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Intercambiar experiencias entre Centros de Atención y Valoración de Fauna Silvestre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2394498" y="4632879"/>
            <a:ext cx="1626638" cy="223854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Priorizar divulgación en medios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5241035" y="3582941"/>
            <a:ext cx="752751" cy="286713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Conjunto de datos abiertos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5303581" y="862431"/>
            <a:ext cx="1263650" cy="318635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Estrategia de educación ambiental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5486609" y="1691875"/>
            <a:ext cx="897593" cy="24327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Medir efectividad acciones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4998639" y="2903736"/>
            <a:ext cx="752751" cy="373363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Posicionar uso especies nativas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5955800" y="2905305"/>
            <a:ext cx="752752" cy="362393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Regular actividad viveros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2043850" y="4275031"/>
            <a:ext cx="2616256" cy="49045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Diseñar estrategia de comunicaciones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5241502" y="5120350"/>
            <a:ext cx="1263650" cy="400111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Estrategia para prevenir introducciones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4674092" y="5816785"/>
            <a:ext cx="2866952" cy="36077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Diseñar procedimiento para eventos de decomiso y traslado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7541044" y="5846283"/>
            <a:ext cx="1263650" cy="286684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Protocolo para decomiso y traslado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8121105" y="3510541"/>
            <a:ext cx="888595" cy="400111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Portafolio de SbN</a:t>
            </a: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8121104" y="2584770"/>
            <a:ext cx="888596" cy="456475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Protocolos y códigos de conducta voluntarios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5215211" y="2219800"/>
            <a:ext cx="1390489" cy="305513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Prioridades de conservación de especies y ecosistemas nativos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7803115" y="1654906"/>
            <a:ext cx="952451" cy="15433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Manejo adaptativo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2043850" y="5008362"/>
            <a:ext cx="3197652" cy="62408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Diagnosticar y establecer protocolo para control y vigilancia en puntos de ingreso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6519422" y="3862187"/>
            <a:ext cx="1096196" cy="373363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Integrar especies nativas en acuerdos de conservación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6003612" y="3474937"/>
            <a:ext cx="2127318" cy="51561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Formular estrategia de restauración para mitigar eventos climáticos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2043849" y="3522649"/>
            <a:ext cx="3197185" cy="40911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Consolidar, validar y publicar lista oficial de especies exóticas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4670211" y="1380692"/>
            <a:ext cx="4766252" cy="34752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Monitoreo de poblaciones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7699718" y="2221886"/>
            <a:ext cx="1122993" cy="234168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Indicadores de gestión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4677788" y="1990009"/>
            <a:ext cx="4758676" cy="34752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Consolidar plan de manejo de especies exóticas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2043848" y="837986"/>
            <a:ext cx="3259800" cy="36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Sentar bases de educación ambiental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2043848" y="317500"/>
            <a:ext cx="7392615" cy="35993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Construir y consolidar marco normativo</a:t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5303581" y="362457"/>
            <a:ext cx="1263650" cy="295711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Documento con marco normativo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2043848" y="1357123"/>
            <a:ext cx="2654229" cy="3663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Diseñar estrategia de monitoreo</a:t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5310585" y="1368044"/>
            <a:ext cx="1259830" cy="321176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 de monitoreo participativo comunitario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4677788" y="4266008"/>
            <a:ext cx="4758676" cy="48424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Evaluar y actualizar información para medios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4677787" y="2645630"/>
            <a:ext cx="3443317" cy="3555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Establecimiento viveros y banco de semillas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9651702" y="5160522"/>
            <a:ext cx="818100" cy="36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Estrategias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9651702" y="5707102"/>
            <a:ext cx="752752" cy="256038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Acciones clave</a:t>
            </a:r>
            <a:endParaRPr/>
          </a:p>
        </p:txBody>
      </p:sp>
      <p:sp>
        <p:nvSpPr>
          <p:cNvPr id="121" name="Google Shape;121;p1"/>
          <p:cNvSpPr/>
          <p:nvPr/>
        </p:nvSpPr>
        <p:spPr>
          <a:xfrm>
            <a:off x="9651702" y="6149781"/>
            <a:ext cx="708939" cy="400111"/>
          </a:xfrm>
          <a:prstGeom prst="rect">
            <a:avLst/>
          </a:prstGeom>
          <a:solidFill>
            <a:srgbClr val="78206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Productos estratégicos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2025-06-13T18:31:51Z</dcterms:created>
  <dc:creator>Editor_Humboldt</dc:creator>
</cp:coreProperties>
</file>