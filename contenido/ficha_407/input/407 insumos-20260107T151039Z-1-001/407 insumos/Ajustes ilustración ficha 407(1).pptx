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garden&#10;&#10;AI-generated content may be incorrect." id="84" name="Google Shape;84;p13"/>
          <p:cNvPicPr preferRelativeResize="0"/>
          <p:nvPr/>
        </p:nvPicPr>
        <p:blipFill rotWithShape="1">
          <a:blip r:embed="rId3">
            <a:alphaModFix/>
          </a:blip>
          <a:srcRect b="9298" l="7975" r="12789" t="10701"/>
          <a:stretch/>
        </p:blipFill>
        <p:spPr>
          <a:xfrm>
            <a:off x="537563" y="466370"/>
            <a:ext cx="7152775" cy="57728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730762" y="1169866"/>
            <a:ext cx="17120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Terreno en preparación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730762" y="892867"/>
            <a:ext cx="13230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Tierras desnudas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730762" y="1446865"/>
            <a:ext cx="15488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Terreno en barbecho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730762" y="1723864"/>
            <a:ext cx="1007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Monocultivo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730762" y="2000863"/>
            <a:ext cx="8747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Policultivo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742685" y="2277862"/>
            <a:ext cx="8558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Pastizales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729985" y="2554861"/>
            <a:ext cx="10054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Silvopastoril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742685" y="2831860"/>
            <a:ext cx="15330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Huerto mixto casero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742685" y="3108859"/>
            <a:ext cx="10334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Agrosilvícola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742685" y="3385858"/>
            <a:ext cx="20214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Vegetación secundaria baja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742685" y="3662857"/>
            <a:ext cx="19872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Vegetación secundaria alta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8527953" y="892868"/>
            <a:ext cx="202032" cy="200296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8540653" y="1208217"/>
            <a:ext cx="202032" cy="200296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8540653" y="1504392"/>
            <a:ext cx="202032" cy="200296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8545738" y="1800567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8549235" y="2073929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8552732" y="2350928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8550351" y="2593212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8545738" y="2835496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8549235" y="3126912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6580093" y="3321467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2213795" y="2070814"/>
            <a:ext cx="202032" cy="200296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3754663" y="2416361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2374541" y="4474678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3766742" y="1304096"/>
            <a:ext cx="202032" cy="200296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5545101" y="2174077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>
            <a:off x="1518559" y="3143242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3359377" y="3385858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10195468" y="2597181"/>
            <a:ext cx="113733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 poco más de vegetación. Papaya, plátano, yuca + hierbas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5518111" y="3093470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8742685" y="3939856"/>
            <a:ext cx="7681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Bosques</a:t>
            </a:r>
            <a:endParaRPr/>
          </a:p>
        </p:txBody>
      </p:sp>
      <p:grpSp>
        <p:nvGrpSpPr>
          <p:cNvPr id="116" name="Google Shape;116;p13"/>
          <p:cNvGrpSpPr/>
          <p:nvPr/>
        </p:nvGrpSpPr>
        <p:grpSpPr>
          <a:xfrm>
            <a:off x="8486775" y="3393552"/>
            <a:ext cx="335348" cy="261610"/>
            <a:chOff x="8115317" y="4451980"/>
            <a:chExt cx="335348" cy="261610"/>
          </a:xfrm>
        </p:grpSpPr>
        <p:sp>
          <p:nvSpPr>
            <p:cNvPr id="117" name="Google Shape;117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3"/>
            <p:cNvSpPr txBox="1"/>
            <p:nvPr/>
          </p:nvSpPr>
          <p:spPr>
            <a:xfrm>
              <a:off x="8115317" y="4451980"/>
              <a:ext cx="33534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</p:grpSp>
      <p:grpSp>
        <p:nvGrpSpPr>
          <p:cNvPr id="119" name="Google Shape;119;p13"/>
          <p:cNvGrpSpPr/>
          <p:nvPr/>
        </p:nvGrpSpPr>
        <p:grpSpPr>
          <a:xfrm>
            <a:off x="8493028" y="3666493"/>
            <a:ext cx="335348" cy="261610"/>
            <a:chOff x="8115317" y="4451980"/>
            <a:chExt cx="335348" cy="261610"/>
          </a:xfrm>
        </p:grpSpPr>
        <p:sp>
          <p:nvSpPr>
            <p:cNvPr id="120" name="Google Shape;120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3"/>
            <p:cNvSpPr txBox="1"/>
            <p:nvPr/>
          </p:nvSpPr>
          <p:spPr>
            <a:xfrm>
              <a:off x="8115317" y="4451980"/>
              <a:ext cx="33534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</p:grpSp>
      <p:grpSp>
        <p:nvGrpSpPr>
          <p:cNvPr id="122" name="Google Shape;122;p13"/>
          <p:cNvGrpSpPr/>
          <p:nvPr/>
        </p:nvGrpSpPr>
        <p:grpSpPr>
          <a:xfrm>
            <a:off x="8493028" y="3947550"/>
            <a:ext cx="335348" cy="261610"/>
            <a:chOff x="8115317" y="4451980"/>
            <a:chExt cx="335348" cy="261610"/>
          </a:xfrm>
        </p:grpSpPr>
        <p:sp>
          <p:nvSpPr>
            <p:cNvPr id="123" name="Google Shape;123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3"/>
            <p:cNvSpPr txBox="1"/>
            <p:nvPr/>
          </p:nvSpPr>
          <p:spPr>
            <a:xfrm>
              <a:off x="8115317" y="4451980"/>
              <a:ext cx="33534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/>
            </a:p>
          </p:txBody>
        </p:sp>
      </p:grpSp>
      <p:grpSp>
        <p:nvGrpSpPr>
          <p:cNvPr id="125" name="Google Shape;125;p13"/>
          <p:cNvGrpSpPr/>
          <p:nvPr/>
        </p:nvGrpSpPr>
        <p:grpSpPr>
          <a:xfrm>
            <a:off x="5848149" y="1731558"/>
            <a:ext cx="335348" cy="261610"/>
            <a:chOff x="8115317" y="4451980"/>
            <a:chExt cx="335348" cy="261610"/>
          </a:xfrm>
        </p:grpSpPr>
        <p:sp>
          <p:nvSpPr>
            <p:cNvPr id="126" name="Google Shape;126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3"/>
            <p:cNvSpPr txBox="1"/>
            <p:nvPr/>
          </p:nvSpPr>
          <p:spPr>
            <a:xfrm>
              <a:off x="8115317" y="4451980"/>
              <a:ext cx="33534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</p:grpSp>
      <p:sp>
        <p:nvSpPr>
          <p:cNvPr id="128" name="Google Shape;128;p13"/>
          <p:cNvSpPr txBox="1"/>
          <p:nvPr/>
        </p:nvSpPr>
        <p:spPr>
          <a:xfrm>
            <a:off x="10657236" y="3343538"/>
            <a:ext cx="8489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Arbustos / matorrales</a:t>
            </a:r>
            <a:endParaRPr/>
          </a:p>
        </p:txBody>
      </p:sp>
      <p:grpSp>
        <p:nvGrpSpPr>
          <p:cNvPr id="129" name="Google Shape;129;p13"/>
          <p:cNvGrpSpPr/>
          <p:nvPr/>
        </p:nvGrpSpPr>
        <p:grpSpPr>
          <a:xfrm>
            <a:off x="5411785" y="1031366"/>
            <a:ext cx="335348" cy="261610"/>
            <a:chOff x="8115317" y="4451980"/>
            <a:chExt cx="335348" cy="261610"/>
          </a:xfrm>
        </p:grpSpPr>
        <p:sp>
          <p:nvSpPr>
            <p:cNvPr id="130" name="Google Shape;130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3"/>
            <p:cNvSpPr txBox="1"/>
            <p:nvPr/>
          </p:nvSpPr>
          <p:spPr>
            <a:xfrm>
              <a:off x="8115317" y="4451980"/>
              <a:ext cx="33534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</p:grpSp>
      <p:grpSp>
        <p:nvGrpSpPr>
          <p:cNvPr id="132" name="Google Shape;132;p13"/>
          <p:cNvGrpSpPr/>
          <p:nvPr/>
        </p:nvGrpSpPr>
        <p:grpSpPr>
          <a:xfrm>
            <a:off x="1451901" y="1185255"/>
            <a:ext cx="335348" cy="261610"/>
            <a:chOff x="8115317" y="4451980"/>
            <a:chExt cx="335348" cy="261610"/>
          </a:xfrm>
        </p:grpSpPr>
        <p:sp>
          <p:nvSpPr>
            <p:cNvPr id="133" name="Google Shape;133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3"/>
            <p:cNvSpPr txBox="1"/>
            <p:nvPr/>
          </p:nvSpPr>
          <p:spPr>
            <a:xfrm>
              <a:off x="8115317" y="4451980"/>
              <a:ext cx="33534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/>
            </a:p>
          </p:txBody>
        </p:sp>
      </p:grpSp>
      <p:grpSp>
        <p:nvGrpSpPr>
          <p:cNvPr id="135" name="Google Shape;135;p13"/>
          <p:cNvGrpSpPr/>
          <p:nvPr/>
        </p:nvGrpSpPr>
        <p:grpSpPr>
          <a:xfrm>
            <a:off x="8493028" y="4243725"/>
            <a:ext cx="335348" cy="261610"/>
            <a:chOff x="8115317" y="4451980"/>
            <a:chExt cx="335348" cy="261610"/>
          </a:xfrm>
        </p:grpSpPr>
        <p:sp>
          <p:nvSpPr>
            <p:cNvPr id="136" name="Google Shape;136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3"/>
            <p:cNvSpPr txBox="1"/>
            <p:nvPr/>
          </p:nvSpPr>
          <p:spPr>
            <a:xfrm>
              <a:off x="8115317" y="4451980"/>
              <a:ext cx="33534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/>
            </a:p>
          </p:txBody>
        </p:sp>
      </p:grpSp>
      <p:sp>
        <p:nvSpPr>
          <p:cNvPr id="138" name="Google Shape;138;p13"/>
          <p:cNvSpPr txBox="1"/>
          <p:nvPr/>
        </p:nvSpPr>
        <p:spPr>
          <a:xfrm>
            <a:off x="8751267" y="4228933"/>
            <a:ext cx="10211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Cercas vivas</a:t>
            </a:r>
            <a:endParaRPr/>
          </a:p>
        </p:txBody>
      </p:sp>
      <p:grpSp>
        <p:nvGrpSpPr>
          <p:cNvPr id="139" name="Google Shape;139;p13"/>
          <p:cNvGrpSpPr/>
          <p:nvPr/>
        </p:nvGrpSpPr>
        <p:grpSpPr>
          <a:xfrm>
            <a:off x="5345127" y="4505335"/>
            <a:ext cx="335348" cy="261610"/>
            <a:chOff x="8115317" y="4451980"/>
            <a:chExt cx="335348" cy="261610"/>
          </a:xfrm>
        </p:grpSpPr>
        <p:sp>
          <p:nvSpPr>
            <p:cNvPr id="140" name="Google Shape;140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3"/>
            <p:cNvSpPr txBox="1"/>
            <p:nvPr/>
          </p:nvSpPr>
          <p:spPr>
            <a:xfrm>
              <a:off x="8115317" y="4451980"/>
              <a:ext cx="33534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/>
            </a:p>
          </p:txBody>
        </p:sp>
      </p:grpSp>
      <p:sp>
        <p:nvSpPr>
          <p:cNvPr id="142" name="Google Shape;142;p13"/>
          <p:cNvSpPr txBox="1"/>
          <p:nvPr/>
        </p:nvSpPr>
        <p:spPr>
          <a:xfrm>
            <a:off x="9486651" y="1963723"/>
            <a:ext cx="15104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Transformar en policultivo esta parte</a:t>
            </a:r>
            <a:endParaRPr/>
          </a:p>
        </p:txBody>
      </p:sp>
      <p:cxnSp>
        <p:nvCxnSpPr>
          <p:cNvPr id="143" name="Google Shape;143;p13"/>
          <p:cNvCxnSpPr/>
          <p:nvPr/>
        </p:nvCxnSpPr>
        <p:spPr>
          <a:xfrm flipH="1" rot="10800000">
            <a:off x="5934391" y="2847067"/>
            <a:ext cx="735174" cy="79264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" name="Google Shape;144;p13"/>
          <p:cNvCxnSpPr/>
          <p:nvPr/>
        </p:nvCxnSpPr>
        <p:spPr>
          <a:xfrm flipH="1" rot="10800000">
            <a:off x="6815454" y="3143242"/>
            <a:ext cx="679159" cy="83811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p13"/>
          <p:cNvCxnSpPr/>
          <p:nvPr/>
        </p:nvCxnSpPr>
        <p:spPr>
          <a:xfrm rot="10800000">
            <a:off x="6662268" y="2830141"/>
            <a:ext cx="832345" cy="313101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" name="Google Shape;146;p13"/>
          <p:cNvCxnSpPr/>
          <p:nvPr/>
        </p:nvCxnSpPr>
        <p:spPr>
          <a:xfrm rot="10800000">
            <a:off x="5918019" y="3624505"/>
            <a:ext cx="910090" cy="3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" name="Google Shape;147;p13"/>
          <p:cNvCxnSpPr/>
          <p:nvPr/>
        </p:nvCxnSpPr>
        <p:spPr>
          <a:xfrm flipH="1" rot="10800000">
            <a:off x="1720591" y="4078355"/>
            <a:ext cx="1130366" cy="57433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" name="Google Shape;148;p13"/>
          <p:cNvCxnSpPr/>
          <p:nvPr/>
        </p:nvCxnSpPr>
        <p:spPr>
          <a:xfrm flipH="1" rot="10800000">
            <a:off x="2374541" y="4976500"/>
            <a:ext cx="1186868" cy="51466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13"/>
          <p:cNvCxnSpPr/>
          <p:nvPr/>
        </p:nvCxnSpPr>
        <p:spPr>
          <a:xfrm rot="10800000">
            <a:off x="2826230" y="4071569"/>
            <a:ext cx="740107" cy="88264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13"/>
          <p:cNvCxnSpPr/>
          <p:nvPr/>
        </p:nvCxnSpPr>
        <p:spPr>
          <a:xfrm rot="10800000">
            <a:off x="1720591" y="4636140"/>
            <a:ext cx="653950" cy="85502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13"/>
          <p:cNvSpPr txBox="1"/>
          <p:nvPr/>
        </p:nvSpPr>
        <p:spPr>
          <a:xfrm>
            <a:off x="9702943" y="760169"/>
            <a:ext cx="190858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Montaña con terreno afectado</a:t>
            </a:r>
            <a:endParaRPr/>
          </a:p>
        </p:txBody>
      </p:sp>
      <p:sp>
        <p:nvSpPr>
          <p:cNvPr id="152" name="Google Shape;152;p13"/>
          <p:cNvSpPr txBox="1"/>
          <p:nvPr/>
        </p:nvSpPr>
        <p:spPr>
          <a:xfrm>
            <a:off x="10250445" y="1442293"/>
            <a:ext cx="154882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Hay algunos matorrales. Cuando se empieza a montar. Hierbas</a:t>
            </a:r>
            <a:endParaRPr/>
          </a:p>
        </p:txBody>
      </p:sp>
      <p:sp>
        <p:nvSpPr>
          <p:cNvPr id="153" name="Google Shape;153;p13"/>
          <p:cNvSpPr txBox="1"/>
          <p:nvPr/>
        </p:nvSpPr>
        <p:spPr>
          <a:xfrm>
            <a:off x="10312323" y="1153216"/>
            <a:ext cx="68982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Trillado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4669101" y="2474893"/>
            <a:ext cx="113733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Árboles menos frondosos. Árboles de cacao (hojas más grandes).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Faltan palmas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Palma de sabal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3385849" y="2197160"/>
            <a:ext cx="113733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Mejor yuca / ñame</a:t>
            </a:r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4766933" y="1983055"/>
            <a:ext cx="113733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Pastizal más seco</a:t>
            </a:r>
            <a:endParaRPr/>
          </a:p>
        </p:txBody>
      </p:sp>
      <p:sp>
        <p:nvSpPr>
          <p:cNvPr id="157" name="Google Shape;157;p13"/>
          <p:cNvSpPr txBox="1"/>
          <p:nvPr/>
        </p:nvSpPr>
        <p:spPr>
          <a:xfrm>
            <a:off x="2869293" y="1808878"/>
            <a:ext cx="113733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Las cercas vivas menos frondosas</a:t>
            </a:r>
            <a:endParaRPr/>
          </a:p>
        </p:txBody>
      </p:sp>
      <p:pic>
        <p:nvPicPr>
          <p:cNvPr descr="Matarraton | Matarraton | Bosques de Colombia" id="158" name="Google Shape;1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7953" y="4626586"/>
            <a:ext cx="1335763" cy="100101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3"/>
          <p:cNvSpPr txBox="1"/>
          <p:nvPr/>
        </p:nvSpPr>
        <p:spPr>
          <a:xfrm>
            <a:off x="3867758" y="4228933"/>
            <a:ext cx="113733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 general, árboles muy frondosos. Más palma. Menos árboles redondos. Más árboles como aguacate, cañaguate (flores amarillas)</a:t>
            </a:r>
            <a:endParaRPr/>
          </a:p>
        </p:txBody>
      </p:sp>
      <p:sp>
        <p:nvSpPr>
          <p:cNvPr id="160" name="Google Shape;160;p13"/>
          <p:cNvSpPr txBox="1"/>
          <p:nvPr/>
        </p:nvSpPr>
        <p:spPr>
          <a:xfrm>
            <a:off x="3196283" y="3941558"/>
            <a:ext cx="9878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Casa muy andina.</a:t>
            </a:r>
            <a:endParaRPr/>
          </a:p>
        </p:txBody>
      </p:sp>
      <p:sp>
        <p:nvSpPr>
          <p:cNvPr id="161" name="Google Shape;161;p13"/>
          <p:cNvSpPr txBox="1"/>
          <p:nvPr/>
        </p:nvSpPr>
        <p:spPr>
          <a:xfrm>
            <a:off x="4127446" y="3643750"/>
            <a:ext cx="9878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invernaderos</a:t>
            </a:r>
            <a:endParaRPr/>
          </a:p>
        </p:txBody>
      </p:sp>
      <p:pic>
        <p:nvPicPr>
          <p:cNvPr id="162" name="Google Shape;16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1552" y="4683596"/>
            <a:ext cx="1330347" cy="99888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3"/>
          <p:cNvSpPr txBox="1"/>
          <p:nvPr/>
        </p:nvSpPr>
        <p:spPr>
          <a:xfrm>
            <a:off x="1386658" y="3806055"/>
            <a:ext cx="9878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 vaquitas</a:t>
            </a:r>
            <a:endParaRPr/>
          </a:p>
        </p:txBody>
      </p:sp>
      <p:sp>
        <p:nvSpPr>
          <p:cNvPr id="164" name="Google Shape;164;p13"/>
          <p:cNvSpPr txBox="1"/>
          <p:nvPr/>
        </p:nvSpPr>
        <p:spPr>
          <a:xfrm>
            <a:off x="2415827" y="3103080"/>
            <a:ext cx="11605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Subtono amarillo para todo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885" y="396240"/>
            <a:ext cx="4825230" cy="5996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116" y="487650"/>
            <a:ext cx="3976344" cy="5905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