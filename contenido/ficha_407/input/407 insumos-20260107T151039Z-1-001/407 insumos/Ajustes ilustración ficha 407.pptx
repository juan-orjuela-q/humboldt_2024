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of a garden&#10;&#10;AI-generated content may be incorrect." id="84" name="Google Shape;84;p13"/>
          <p:cNvPicPr preferRelativeResize="0"/>
          <p:nvPr/>
        </p:nvPicPr>
        <p:blipFill rotWithShape="1">
          <a:blip r:embed="rId3">
            <a:alphaModFix/>
          </a:blip>
          <a:srcRect b="9298" l="7975" r="12789" t="10701"/>
          <a:stretch/>
        </p:blipFill>
        <p:spPr>
          <a:xfrm>
            <a:off x="537563" y="466370"/>
            <a:ext cx="7152776" cy="577285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8730744" y="1169875"/>
            <a:ext cx="2602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Terreno en preparación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8730762" y="892867"/>
            <a:ext cx="13230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Tierras desnudas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8730743" y="1446875"/>
            <a:ext cx="2378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Terreno en barbecho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730762" y="1723864"/>
            <a:ext cx="1007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Monocultivo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730762" y="2000863"/>
            <a:ext cx="87472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Policultivo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742673" y="2277850"/>
            <a:ext cx="105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Pastizales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729985" y="2554861"/>
            <a:ext cx="10054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Silvopastoril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8742675" y="2831850"/>
            <a:ext cx="1635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Huerto mixto casero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8742674" y="3108850"/>
            <a:ext cx="113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Agrosilvícola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8742674" y="3385850"/>
            <a:ext cx="2152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Vegetación secundaria baja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8742673" y="3662850"/>
            <a:ext cx="2378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Vegetación secundaria alta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8527953" y="892868"/>
            <a:ext cx="202032" cy="200296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8540653" y="1208217"/>
            <a:ext cx="202032" cy="200296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8540653" y="1504392"/>
            <a:ext cx="202032" cy="200296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8545738" y="1800567"/>
            <a:ext cx="202032" cy="20029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00" name="Google Shape;100;p13"/>
          <p:cNvSpPr/>
          <p:nvPr/>
        </p:nvSpPr>
        <p:spPr>
          <a:xfrm>
            <a:off x="8549235" y="2073929"/>
            <a:ext cx="202032" cy="20029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01" name="Google Shape;101;p13"/>
          <p:cNvSpPr/>
          <p:nvPr/>
        </p:nvSpPr>
        <p:spPr>
          <a:xfrm>
            <a:off x="8552732" y="2350928"/>
            <a:ext cx="202032" cy="20029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02" name="Google Shape;102;p13"/>
          <p:cNvSpPr/>
          <p:nvPr/>
        </p:nvSpPr>
        <p:spPr>
          <a:xfrm>
            <a:off x="8550351" y="2593212"/>
            <a:ext cx="202032" cy="20029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03" name="Google Shape;103;p13"/>
          <p:cNvSpPr/>
          <p:nvPr/>
        </p:nvSpPr>
        <p:spPr>
          <a:xfrm>
            <a:off x="8545738" y="2835496"/>
            <a:ext cx="202032" cy="20029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104" name="Google Shape;104;p13"/>
          <p:cNvSpPr/>
          <p:nvPr/>
        </p:nvSpPr>
        <p:spPr>
          <a:xfrm>
            <a:off x="8549235" y="3126912"/>
            <a:ext cx="202032" cy="20029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105" name="Google Shape;105;p13"/>
          <p:cNvSpPr/>
          <p:nvPr/>
        </p:nvSpPr>
        <p:spPr>
          <a:xfrm>
            <a:off x="6580093" y="3321467"/>
            <a:ext cx="201900" cy="2004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06" name="Google Shape;106;p13"/>
          <p:cNvSpPr/>
          <p:nvPr/>
        </p:nvSpPr>
        <p:spPr>
          <a:xfrm>
            <a:off x="2213795" y="2070814"/>
            <a:ext cx="202032" cy="200296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7" name="Google Shape;107;p13"/>
          <p:cNvSpPr/>
          <p:nvPr/>
        </p:nvSpPr>
        <p:spPr>
          <a:xfrm>
            <a:off x="3754663" y="2416361"/>
            <a:ext cx="202032" cy="20029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08" name="Google Shape;108;p13"/>
          <p:cNvSpPr/>
          <p:nvPr/>
        </p:nvSpPr>
        <p:spPr>
          <a:xfrm>
            <a:off x="2374541" y="4474678"/>
            <a:ext cx="202032" cy="20029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09" name="Google Shape;109;p13"/>
          <p:cNvSpPr/>
          <p:nvPr/>
        </p:nvSpPr>
        <p:spPr>
          <a:xfrm>
            <a:off x="3766742" y="1304096"/>
            <a:ext cx="202032" cy="200296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0" name="Google Shape;110;p13"/>
          <p:cNvSpPr/>
          <p:nvPr/>
        </p:nvSpPr>
        <p:spPr>
          <a:xfrm>
            <a:off x="5545101" y="2174077"/>
            <a:ext cx="202032" cy="20029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11" name="Google Shape;111;p13"/>
          <p:cNvSpPr/>
          <p:nvPr/>
        </p:nvSpPr>
        <p:spPr>
          <a:xfrm>
            <a:off x="1518559" y="3143242"/>
            <a:ext cx="202032" cy="20029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12" name="Google Shape;112;p13"/>
          <p:cNvSpPr/>
          <p:nvPr/>
        </p:nvSpPr>
        <p:spPr>
          <a:xfrm>
            <a:off x="3359377" y="3385858"/>
            <a:ext cx="202032" cy="20029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10177675" y="2693250"/>
            <a:ext cx="1510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 poco más de vegetación. Papaya, plátano, yuca + hierbas</a:t>
            </a:r>
            <a:endParaRPr/>
          </a:p>
        </p:txBody>
      </p:sp>
      <p:sp>
        <p:nvSpPr>
          <p:cNvPr id="114" name="Google Shape;114;p13"/>
          <p:cNvSpPr/>
          <p:nvPr/>
        </p:nvSpPr>
        <p:spPr>
          <a:xfrm>
            <a:off x="5518111" y="3093470"/>
            <a:ext cx="202032" cy="200296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8742670" y="3939850"/>
            <a:ext cx="1137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Bosques</a:t>
            </a:r>
            <a:endParaRPr/>
          </a:p>
        </p:txBody>
      </p:sp>
      <p:grpSp>
        <p:nvGrpSpPr>
          <p:cNvPr id="116" name="Google Shape;116;p13"/>
          <p:cNvGrpSpPr/>
          <p:nvPr/>
        </p:nvGrpSpPr>
        <p:grpSpPr>
          <a:xfrm>
            <a:off x="8486775" y="3393552"/>
            <a:ext cx="335400" cy="230953"/>
            <a:chOff x="8115317" y="4451980"/>
            <a:chExt cx="335400" cy="230953"/>
          </a:xfrm>
        </p:grpSpPr>
        <p:sp>
          <p:nvSpPr>
            <p:cNvPr id="117" name="Google Shape;117;p13"/>
            <p:cNvSpPr/>
            <p:nvPr/>
          </p:nvSpPr>
          <p:spPr>
            <a:xfrm>
              <a:off x="8181975" y="4482637"/>
              <a:ext cx="202032" cy="200296"/>
            </a:xfrm>
            <a:prstGeom prst="ellipse">
              <a:avLst/>
            </a:prstGeom>
            <a:solidFill>
              <a:schemeClr val="dk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3"/>
            <p:cNvSpPr txBox="1"/>
            <p:nvPr/>
          </p:nvSpPr>
          <p:spPr>
            <a:xfrm>
              <a:off x="8115317" y="4451980"/>
              <a:ext cx="335400" cy="2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sz="1200"/>
            </a:p>
          </p:txBody>
        </p:sp>
      </p:grpSp>
      <p:grpSp>
        <p:nvGrpSpPr>
          <p:cNvPr id="119" name="Google Shape;119;p13"/>
          <p:cNvGrpSpPr/>
          <p:nvPr/>
        </p:nvGrpSpPr>
        <p:grpSpPr>
          <a:xfrm>
            <a:off x="8493028" y="3666493"/>
            <a:ext cx="335348" cy="261610"/>
            <a:chOff x="8115317" y="4451980"/>
            <a:chExt cx="335348" cy="261610"/>
          </a:xfrm>
        </p:grpSpPr>
        <p:sp>
          <p:nvSpPr>
            <p:cNvPr id="120" name="Google Shape;120;p13"/>
            <p:cNvSpPr/>
            <p:nvPr/>
          </p:nvSpPr>
          <p:spPr>
            <a:xfrm>
              <a:off x="8181975" y="4482637"/>
              <a:ext cx="202032" cy="200296"/>
            </a:xfrm>
            <a:prstGeom prst="ellipse">
              <a:avLst/>
            </a:prstGeom>
            <a:solidFill>
              <a:schemeClr val="dk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3"/>
            <p:cNvSpPr txBox="1"/>
            <p:nvPr/>
          </p:nvSpPr>
          <p:spPr>
            <a:xfrm>
              <a:off x="8115317" y="4451980"/>
              <a:ext cx="335348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1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</p:grpSp>
      <p:grpSp>
        <p:nvGrpSpPr>
          <p:cNvPr id="122" name="Google Shape;122;p13"/>
          <p:cNvGrpSpPr/>
          <p:nvPr/>
        </p:nvGrpSpPr>
        <p:grpSpPr>
          <a:xfrm>
            <a:off x="8493028" y="3947550"/>
            <a:ext cx="335400" cy="246300"/>
            <a:chOff x="8115317" y="4451980"/>
            <a:chExt cx="335400" cy="246300"/>
          </a:xfrm>
        </p:grpSpPr>
        <p:sp>
          <p:nvSpPr>
            <p:cNvPr id="123" name="Google Shape;123;p13"/>
            <p:cNvSpPr/>
            <p:nvPr/>
          </p:nvSpPr>
          <p:spPr>
            <a:xfrm>
              <a:off x="8181975" y="4482637"/>
              <a:ext cx="202032" cy="200296"/>
            </a:xfrm>
            <a:prstGeom prst="ellipse">
              <a:avLst/>
            </a:prstGeom>
            <a:solidFill>
              <a:schemeClr val="dk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3"/>
            <p:cNvSpPr txBox="1"/>
            <p:nvPr/>
          </p:nvSpPr>
          <p:spPr>
            <a:xfrm>
              <a:off x="8115317" y="4451980"/>
              <a:ext cx="335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sz="1300"/>
            </a:p>
          </p:txBody>
        </p:sp>
      </p:grpSp>
      <p:grpSp>
        <p:nvGrpSpPr>
          <p:cNvPr id="125" name="Google Shape;125;p13"/>
          <p:cNvGrpSpPr/>
          <p:nvPr/>
        </p:nvGrpSpPr>
        <p:grpSpPr>
          <a:xfrm>
            <a:off x="5848149" y="1731558"/>
            <a:ext cx="335400" cy="246300"/>
            <a:chOff x="8115317" y="4451980"/>
            <a:chExt cx="335400" cy="246300"/>
          </a:xfrm>
        </p:grpSpPr>
        <p:sp>
          <p:nvSpPr>
            <p:cNvPr id="126" name="Google Shape;126;p13"/>
            <p:cNvSpPr/>
            <p:nvPr/>
          </p:nvSpPr>
          <p:spPr>
            <a:xfrm>
              <a:off x="8181975" y="4482637"/>
              <a:ext cx="202032" cy="200296"/>
            </a:xfrm>
            <a:prstGeom prst="ellipse">
              <a:avLst/>
            </a:prstGeom>
            <a:solidFill>
              <a:schemeClr val="dk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3"/>
            <p:cNvSpPr txBox="1"/>
            <p:nvPr/>
          </p:nvSpPr>
          <p:spPr>
            <a:xfrm>
              <a:off x="8115317" y="4451980"/>
              <a:ext cx="335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sz="1300"/>
            </a:p>
          </p:txBody>
        </p:sp>
      </p:grpSp>
      <p:sp>
        <p:nvSpPr>
          <p:cNvPr id="128" name="Google Shape;128;p13"/>
          <p:cNvSpPr txBox="1"/>
          <p:nvPr/>
        </p:nvSpPr>
        <p:spPr>
          <a:xfrm>
            <a:off x="10733711" y="3321138"/>
            <a:ext cx="84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Arbustos / matorrales</a:t>
            </a:r>
            <a:endParaRPr/>
          </a:p>
        </p:txBody>
      </p:sp>
      <p:grpSp>
        <p:nvGrpSpPr>
          <p:cNvPr id="129" name="Google Shape;129;p13"/>
          <p:cNvGrpSpPr/>
          <p:nvPr/>
        </p:nvGrpSpPr>
        <p:grpSpPr>
          <a:xfrm>
            <a:off x="5411785" y="1031366"/>
            <a:ext cx="335348" cy="261610"/>
            <a:chOff x="8115317" y="4451980"/>
            <a:chExt cx="335348" cy="261610"/>
          </a:xfrm>
        </p:grpSpPr>
        <p:sp>
          <p:nvSpPr>
            <p:cNvPr id="130" name="Google Shape;130;p13"/>
            <p:cNvSpPr/>
            <p:nvPr/>
          </p:nvSpPr>
          <p:spPr>
            <a:xfrm>
              <a:off x="8181975" y="4482637"/>
              <a:ext cx="202032" cy="200296"/>
            </a:xfrm>
            <a:prstGeom prst="ellipse">
              <a:avLst/>
            </a:prstGeom>
            <a:solidFill>
              <a:schemeClr val="dk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3"/>
            <p:cNvSpPr txBox="1"/>
            <p:nvPr/>
          </p:nvSpPr>
          <p:spPr>
            <a:xfrm>
              <a:off x="8115317" y="4451980"/>
              <a:ext cx="335348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1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</p:grpSp>
      <p:grpSp>
        <p:nvGrpSpPr>
          <p:cNvPr id="132" name="Google Shape;132;p13"/>
          <p:cNvGrpSpPr/>
          <p:nvPr/>
        </p:nvGrpSpPr>
        <p:grpSpPr>
          <a:xfrm>
            <a:off x="1451901" y="1185255"/>
            <a:ext cx="335400" cy="230953"/>
            <a:chOff x="8115317" y="4451980"/>
            <a:chExt cx="335400" cy="230953"/>
          </a:xfrm>
        </p:grpSpPr>
        <p:sp>
          <p:nvSpPr>
            <p:cNvPr id="133" name="Google Shape;133;p13"/>
            <p:cNvSpPr/>
            <p:nvPr/>
          </p:nvSpPr>
          <p:spPr>
            <a:xfrm>
              <a:off x="8181975" y="4482637"/>
              <a:ext cx="202032" cy="200296"/>
            </a:xfrm>
            <a:prstGeom prst="ellipse">
              <a:avLst/>
            </a:prstGeom>
            <a:solidFill>
              <a:schemeClr val="dk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3"/>
            <p:cNvSpPr txBox="1"/>
            <p:nvPr/>
          </p:nvSpPr>
          <p:spPr>
            <a:xfrm>
              <a:off x="8115317" y="4451980"/>
              <a:ext cx="335400" cy="2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sz="1200"/>
            </a:p>
          </p:txBody>
        </p:sp>
      </p:grpSp>
      <p:grpSp>
        <p:nvGrpSpPr>
          <p:cNvPr id="135" name="Google Shape;135;p13"/>
          <p:cNvGrpSpPr/>
          <p:nvPr/>
        </p:nvGrpSpPr>
        <p:grpSpPr>
          <a:xfrm>
            <a:off x="8493028" y="4243725"/>
            <a:ext cx="335348" cy="261610"/>
            <a:chOff x="8115317" y="4451980"/>
            <a:chExt cx="335348" cy="261610"/>
          </a:xfrm>
        </p:grpSpPr>
        <p:sp>
          <p:nvSpPr>
            <p:cNvPr id="136" name="Google Shape;136;p13"/>
            <p:cNvSpPr/>
            <p:nvPr/>
          </p:nvSpPr>
          <p:spPr>
            <a:xfrm>
              <a:off x="8181975" y="4482637"/>
              <a:ext cx="202032" cy="200296"/>
            </a:xfrm>
            <a:prstGeom prst="ellipse">
              <a:avLst/>
            </a:prstGeom>
            <a:solidFill>
              <a:schemeClr val="dk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3"/>
            <p:cNvSpPr txBox="1"/>
            <p:nvPr/>
          </p:nvSpPr>
          <p:spPr>
            <a:xfrm>
              <a:off x="8115317" y="4451980"/>
              <a:ext cx="335348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lang="es-MX" sz="11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138" name="Google Shape;138;p13"/>
          <p:cNvSpPr txBox="1"/>
          <p:nvPr/>
        </p:nvSpPr>
        <p:spPr>
          <a:xfrm>
            <a:off x="8751278" y="4228925"/>
            <a:ext cx="142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Cercas vivas</a:t>
            </a:r>
            <a:endParaRPr/>
          </a:p>
        </p:txBody>
      </p:sp>
      <p:grpSp>
        <p:nvGrpSpPr>
          <p:cNvPr id="139" name="Google Shape;139;p13"/>
          <p:cNvGrpSpPr/>
          <p:nvPr/>
        </p:nvGrpSpPr>
        <p:grpSpPr>
          <a:xfrm>
            <a:off x="5345127" y="4505335"/>
            <a:ext cx="335400" cy="246300"/>
            <a:chOff x="8115317" y="4451980"/>
            <a:chExt cx="335400" cy="246300"/>
          </a:xfrm>
        </p:grpSpPr>
        <p:sp>
          <p:nvSpPr>
            <p:cNvPr id="140" name="Google Shape;140;p13"/>
            <p:cNvSpPr/>
            <p:nvPr/>
          </p:nvSpPr>
          <p:spPr>
            <a:xfrm>
              <a:off x="8181975" y="4482637"/>
              <a:ext cx="202032" cy="200296"/>
            </a:xfrm>
            <a:prstGeom prst="ellipse">
              <a:avLst/>
            </a:prstGeom>
            <a:solidFill>
              <a:schemeClr val="dk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3"/>
            <p:cNvSpPr txBox="1"/>
            <p:nvPr/>
          </p:nvSpPr>
          <p:spPr>
            <a:xfrm>
              <a:off x="8115317" y="4451980"/>
              <a:ext cx="335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endParaRPr sz="1300"/>
            </a:p>
          </p:txBody>
        </p:sp>
      </p:grpSp>
      <p:sp>
        <p:nvSpPr>
          <p:cNvPr id="142" name="Google Shape;142;p13"/>
          <p:cNvSpPr txBox="1"/>
          <p:nvPr/>
        </p:nvSpPr>
        <p:spPr>
          <a:xfrm>
            <a:off x="9486651" y="1963723"/>
            <a:ext cx="15104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Transformar en policultivo esta parte</a:t>
            </a:r>
            <a:endParaRPr/>
          </a:p>
        </p:txBody>
      </p:sp>
      <p:cxnSp>
        <p:nvCxnSpPr>
          <p:cNvPr id="143" name="Google Shape;143;p13"/>
          <p:cNvCxnSpPr/>
          <p:nvPr/>
        </p:nvCxnSpPr>
        <p:spPr>
          <a:xfrm flipH="1" rot="10800000">
            <a:off x="5934391" y="2847067"/>
            <a:ext cx="735174" cy="792645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4" name="Google Shape;144;p13"/>
          <p:cNvCxnSpPr/>
          <p:nvPr/>
        </p:nvCxnSpPr>
        <p:spPr>
          <a:xfrm flipH="1" rot="10800000">
            <a:off x="6815454" y="3143242"/>
            <a:ext cx="679159" cy="838112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5" name="Google Shape;145;p13"/>
          <p:cNvCxnSpPr/>
          <p:nvPr/>
        </p:nvCxnSpPr>
        <p:spPr>
          <a:xfrm rot="10800000">
            <a:off x="6662268" y="2830141"/>
            <a:ext cx="832345" cy="313101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6" name="Google Shape;146;p13"/>
          <p:cNvCxnSpPr/>
          <p:nvPr/>
        </p:nvCxnSpPr>
        <p:spPr>
          <a:xfrm rot="10800000">
            <a:off x="5918019" y="3624505"/>
            <a:ext cx="910090" cy="36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" name="Google Shape;147;p13"/>
          <p:cNvCxnSpPr/>
          <p:nvPr/>
        </p:nvCxnSpPr>
        <p:spPr>
          <a:xfrm flipH="1" rot="10800000">
            <a:off x="1720591" y="4078355"/>
            <a:ext cx="1130366" cy="57433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8" name="Google Shape;148;p13"/>
          <p:cNvCxnSpPr/>
          <p:nvPr/>
        </p:nvCxnSpPr>
        <p:spPr>
          <a:xfrm flipH="1" rot="10800000">
            <a:off x="2374541" y="4976500"/>
            <a:ext cx="1186868" cy="514663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" name="Google Shape;149;p13"/>
          <p:cNvCxnSpPr/>
          <p:nvPr/>
        </p:nvCxnSpPr>
        <p:spPr>
          <a:xfrm rot="10800000">
            <a:off x="2826230" y="4071569"/>
            <a:ext cx="740107" cy="882642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" name="Google Shape;150;p13"/>
          <p:cNvCxnSpPr/>
          <p:nvPr/>
        </p:nvCxnSpPr>
        <p:spPr>
          <a:xfrm rot="10800000">
            <a:off x="1720591" y="4636140"/>
            <a:ext cx="653950" cy="855023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1" name="Google Shape;151;p13"/>
          <p:cNvSpPr txBox="1"/>
          <p:nvPr/>
        </p:nvSpPr>
        <p:spPr>
          <a:xfrm>
            <a:off x="9702943" y="760169"/>
            <a:ext cx="190858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Montaña con terreno afectado</a:t>
            </a:r>
            <a:endParaRPr/>
          </a:p>
        </p:txBody>
      </p:sp>
      <p:sp>
        <p:nvSpPr>
          <p:cNvPr id="152" name="Google Shape;152;p13"/>
          <p:cNvSpPr txBox="1"/>
          <p:nvPr/>
        </p:nvSpPr>
        <p:spPr>
          <a:xfrm>
            <a:off x="10250452" y="1442300"/>
            <a:ext cx="202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Hay algunos matorrales. Cuando se empieza a montar. Hierbas</a:t>
            </a:r>
            <a:endParaRPr/>
          </a:p>
        </p:txBody>
      </p:sp>
      <p:sp>
        <p:nvSpPr>
          <p:cNvPr id="153" name="Google Shape;153;p13"/>
          <p:cNvSpPr txBox="1"/>
          <p:nvPr/>
        </p:nvSpPr>
        <p:spPr>
          <a:xfrm>
            <a:off x="10419223" y="1192954"/>
            <a:ext cx="689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Trillado</a:t>
            </a:r>
            <a:endParaRPr/>
          </a:p>
        </p:txBody>
      </p:sp>
      <p:sp>
        <p:nvSpPr>
          <p:cNvPr id="154" name="Google Shape;154;p13"/>
          <p:cNvSpPr txBox="1"/>
          <p:nvPr/>
        </p:nvSpPr>
        <p:spPr>
          <a:xfrm>
            <a:off x="4656626" y="2458493"/>
            <a:ext cx="1137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Árboles menos frondosos. Árboles de cacao (hojas más grandes).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Faltan palmas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Palma de sabal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3"/>
          <p:cNvSpPr txBox="1"/>
          <p:nvPr/>
        </p:nvSpPr>
        <p:spPr>
          <a:xfrm>
            <a:off x="3143899" y="2680298"/>
            <a:ext cx="113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Mejor yuca / ñame</a:t>
            </a:r>
            <a:endParaRPr/>
          </a:p>
        </p:txBody>
      </p:sp>
      <p:sp>
        <p:nvSpPr>
          <p:cNvPr id="156" name="Google Shape;156;p13"/>
          <p:cNvSpPr txBox="1"/>
          <p:nvPr/>
        </p:nvSpPr>
        <p:spPr>
          <a:xfrm>
            <a:off x="4766933" y="1983055"/>
            <a:ext cx="1137335" cy="21544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Pastizal más seco</a:t>
            </a:r>
            <a:endParaRPr/>
          </a:p>
        </p:txBody>
      </p:sp>
      <p:sp>
        <p:nvSpPr>
          <p:cNvPr id="157" name="Google Shape;157;p13"/>
          <p:cNvSpPr txBox="1"/>
          <p:nvPr/>
        </p:nvSpPr>
        <p:spPr>
          <a:xfrm>
            <a:off x="2869293" y="1808878"/>
            <a:ext cx="1137335" cy="33855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Las cercas vivas menos frondosas</a:t>
            </a:r>
            <a:endParaRPr/>
          </a:p>
        </p:txBody>
      </p:sp>
      <p:pic>
        <p:nvPicPr>
          <p:cNvPr descr="Matarraton | Matarraton | Bosques de Colombia" id="158" name="Google Shape;15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8350" y="4517997"/>
            <a:ext cx="1824650" cy="136741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3"/>
          <p:cNvSpPr txBox="1"/>
          <p:nvPr/>
        </p:nvSpPr>
        <p:spPr>
          <a:xfrm>
            <a:off x="4075075" y="5026350"/>
            <a:ext cx="1531500" cy="70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 general, árboles muy frondosos. Más palma. Menos árboles redondos. Más árboles como aguacate, cañaguate (flores amarillas)</a:t>
            </a:r>
            <a:endParaRPr/>
          </a:p>
        </p:txBody>
      </p:sp>
      <p:sp>
        <p:nvSpPr>
          <p:cNvPr id="160" name="Google Shape;160;p13"/>
          <p:cNvSpPr txBox="1"/>
          <p:nvPr/>
        </p:nvSpPr>
        <p:spPr>
          <a:xfrm>
            <a:off x="3361746" y="3928108"/>
            <a:ext cx="98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Casa muy andina.</a:t>
            </a:r>
            <a:endParaRPr/>
          </a:p>
        </p:txBody>
      </p:sp>
      <p:sp>
        <p:nvSpPr>
          <p:cNvPr id="161" name="Google Shape;161;p13"/>
          <p:cNvSpPr txBox="1"/>
          <p:nvPr/>
        </p:nvSpPr>
        <p:spPr>
          <a:xfrm>
            <a:off x="4097021" y="3569475"/>
            <a:ext cx="98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invernaderos</a:t>
            </a:r>
            <a:endParaRPr/>
          </a:p>
        </p:txBody>
      </p:sp>
      <p:pic>
        <p:nvPicPr>
          <p:cNvPr id="162" name="Google Shape;16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43950" y="4674975"/>
            <a:ext cx="1587550" cy="11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3"/>
          <p:cNvSpPr txBox="1"/>
          <p:nvPr/>
        </p:nvSpPr>
        <p:spPr>
          <a:xfrm>
            <a:off x="1386658" y="3806055"/>
            <a:ext cx="9878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Más vaquitas</a:t>
            </a:r>
            <a:endParaRPr/>
          </a:p>
        </p:txBody>
      </p:sp>
      <p:sp>
        <p:nvSpPr>
          <p:cNvPr id="164" name="Google Shape;164;p13"/>
          <p:cNvSpPr txBox="1"/>
          <p:nvPr/>
        </p:nvSpPr>
        <p:spPr>
          <a:xfrm>
            <a:off x="2576577" y="762167"/>
            <a:ext cx="1160700" cy="46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Subtono amarillo para todo (hacerlo más caribeño)</a:t>
            </a:r>
            <a:endParaRPr/>
          </a:p>
        </p:txBody>
      </p:sp>
      <p:sp>
        <p:nvSpPr>
          <p:cNvPr id="165" name="Google Shape;165;p13"/>
          <p:cNvSpPr txBox="1"/>
          <p:nvPr/>
        </p:nvSpPr>
        <p:spPr>
          <a:xfrm>
            <a:off x="2404102" y="2327935"/>
            <a:ext cx="33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885" y="396240"/>
            <a:ext cx="4825230" cy="5996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2116" y="487650"/>
            <a:ext cx="3976344" cy="5905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