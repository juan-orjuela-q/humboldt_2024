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3815" y="0"/>
            <a:ext cx="842437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3130550" y="0"/>
            <a:ext cx="3600450" cy="3801634"/>
          </a:xfrm>
          <a:prstGeom prst="ellipse">
            <a:avLst/>
          </a:prstGeom>
          <a:solidFill>
            <a:srgbClr val="00B0F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851400" y="3135757"/>
            <a:ext cx="3600450" cy="3801634"/>
          </a:xfrm>
          <a:prstGeom prst="ellipse">
            <a:avLst/>
          </a:prstGeom>
          <a:solidFill>
            <a:srgbClr val="FFC000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651625" y="889000"/>
            <a:ext cx="26262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Costa y Montes de María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69225" y="3244334"/>
            <a:ext cx="22509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Planicies inundables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