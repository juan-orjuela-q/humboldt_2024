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lan of a garden&#10;&#10;AI-generated content may be incorrect.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7353" y="342900"/>
            <a:ext cx="8862997" cy="603725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 rot="-5400000">
            <a:off x="2007905" y="5129128"/>
            <a:ext cx="106952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Palmas nativas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 rot="-5400000">
            <a:off x="3239492" y="5420013"/>
            <a:ext cx="104708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Jardín de setos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 rot="-5400000">
            <a:off x="3363274" y="5496215"/>
            <a:ext cx="1803699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Árboles nativos maderables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 rot="-5400000">
            <a:off x="4128519" y="5561076"/>
            <a:ext cx="1455848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Árboles aparasolados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 rot="-5400000">
            <a:off x="5249525" y="5205068"/>
            <a:ext cx="63511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Césped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 rot="-5400000">
            <a:off x="6664814" y="5514267"/>
            <a:ext cx="662361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Frutales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 rot="-5400000">
            <a:off x="7405440" y="5824532"/>
            <a:ext cx="1803699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Árboles nativos maderables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 rot="-5400000">
            <a:off x="2757216" y="5411053"/>
            <a:ext cx="104708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Jardín de setos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 rot="-5400000">
            <a:off x="6036590" y="5652669"/>
            <a:ext cx="104708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Jardín de setos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